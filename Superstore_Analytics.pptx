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8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6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5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9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0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8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3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3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5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80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88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98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79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14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7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037267"/>
            <a:ext cx="6853206" cy="2866292"/>
          </a:xfrm>
        </p:spPr>
        <p:txBody>
          <a:bodyPr>
            <a:normAutofit fontScale="90000"/>
          </a:bodyPr>
          <a:lstStyle/>
          <a:p>
            <a:r>
              <a:rPr lang="en-US" dirty="0"/>
              <a:t>E-Commerce Sales Analysis for Data-Driven Decision Making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Manasa </a:t>
            </a:r>
            <a:r>
              <a:rPr lang="en-US" dirty="0"/>
              <a:t>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Sales Analysis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Customer Segmentation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Sales Forecasting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Business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Sales increased steadily from 2011 to 2014</a:t>
            </a:r>
          </a:p>
          <a:p>
            <a:pPr marL="0" indent="0">
              <a:buNone/>
            </a:pPr>
            <a:r>
              <a:rPr dirty="0"/>
              <a:t>• 2014 recorded highest sales</a:t>
            </a:r>
          </a:p>
        </p:txBody>
      </p:sp>
      <p:pic>
        <p:nvPicPr>
          <p:cNvPr id="4" name="Picture 3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37" y="3293020"/>
            <a:ext cx="5059973" cy="3438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Category-wise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Technology generated highest revenue</a:t>
            </a:r>
          </a:p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Furniture showed strong growth</a:t>
            </a:r>
          </a:p>
          <a:p>
            <a:pPr marL="0" indent="0">
              <a:buNone/>
            </a:pPr>
            <a:r>
              <a:rPr dirty="0"/>
              <a:t>• Office Supplies maintained stable demand</a:t>
            </a:r>
          </a:p>
        </p:txBody>
      </p:sp>
      <p:pic>
        <p:nvPicPr>
          <p:cNvPr id="4" name="Picture 3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285" y="3842239"/>
            <a:ext cx="4114800" cy="2921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Loyal and At-Risk customers identified</a:t>
            </a:r>
          </a:p>
          <a:p>
            <a:pPr marL="0" indent="0">
              <a:buNone/>
            </a:pPr>
            <a:r>
              <a:rPr dirty="0"/>
              <a:t>• High-value customers contributed major revenue</a:t>
            </a:r>
          </a:p>
        </p:txBody>
      </p:sp>
      <p:pic>
        <p:nvPicPr>
          <p:cNvPr id="4" name="Picture 3" descr="customer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915" y="3429000"/>
            <a:ext cx="3138804" cy="3093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ARIMA model applied</a:t>
            </a:r>
          </a:p>
          <a:p>
            <a:pPr marL="0" indent="0">
              <a:buNone/>
            </a:pPr>
            <a:r>
              <a:rPr dirty="0"/>
              <a:t>• Future sales trends predicted</a:t>
            </a:r>
          </a:p>
          <a:p>
            <a:pPr marL="0" indent="0">
              <a:buNone/>
            </a:pPr>
            <a:r>
              <a:rPr dirty="0"/>
              <a:t>• Forecasting supports inventory planning</a:t>
            </a:r>
          </a:p>
        </p:txBody>
      </p:sp>
      <p:pic>
        <p:nvPicPr>
          <p:cNvPr id="4" name="Picture 3" descr="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923" y="3763987"/>
            <a:ext cx="4114800" cy="2708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138" y="2391507"/>
            <a:ext cx="7930662" cy="323557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Expand technology products</a:t>
            </a:r>
          </a:p>
          <a:p>
            <a:pPr marL="0" indent="0">
              <a:buNone/>
            </a:pPr>
            <a:r>
              <a:rPr dirty="0"/>
              <a:t>• Promote premium furniture</a:t>
            </a:r>
          </a:p>
          <a:p>
            <a:pPr marL="0" indent="0">
              <a:buNone/>
            </a:pPr>
            <a:r>
              <a:rPr dirty="0"/>
              <a:t>• Improve customer retention</a:t>
            </a:r>
          </a:p>
          <a:p>
            <a:pPr marL="0" indent="0">
              <a:buNone/>
            </a:pPr>
            <a:r>
              <a:rPr dirty="0"/>
              <a:t>• Use targeted marketing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476" y="2875085"/>
            <a:ext cx="7860323" cy="294542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Focus on high-demand products</a:t>
            </a:r>
          </a:p>
          <a:p>
            <a:pPr marL="0" indent="0">
              <a:buNone/>
            </a:pPr>
            <a:r>
              <a:rPr dirty="0"/>
              <a:t>• Launch loyalty programs</a:t>
            </a:r>
          </a:p>
          <a:p>
            <a:pPr marL="0" indent="0">
              <a:buNone/>
            </a:pPr>
            <a:r>
              <a:rPr dirty="0"/>
              <a:t>• Improve regional marketing</a:t>
            </a:r>
          </a:p>
          <a:p>
            <a:pPr marL="0" indent="0">
              <a:buNone/>
            </a:pPr>
            <a:r>
              <a:rPr dirty="0"/>
              <a:t>• Use forecasting for inventory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114" y="2488223"/>
            <a:ext cx="7675685" cy="313885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Business insights were generated using analytics</a:t>
            </a:r>
          </a:p>
          <a:p>
            <a:pPr marL="0" indent="0">
              <a:buNone/>
            </a:pPr>
            <a:r>
              <a:rPr dirty="0"/>
              <a:t>• Forecasting improved strategic planning</a:t>
            </a:r>
          </a:p>
          <a:p>
            <a:pPr marL="0" indent="0">
              <a:buNone/>
            </a:pPr>
            <a:r>
              <a:rPr dirty="0"/>
              <a:t>• Customer segmentation improved business </a:t>
            </a:r>
            <a:r>
              <a:rPr lang="en-US" dirty="0"/>
              <a:t>  </a:t>
            </a:r>
            <a:r>
              <a:rPr dirty="0"/>
              <a:t>understanding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149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E-Commerce Sales Analysis for Data-Driven Decision Making</vt:lpstr>
      <vt:lpstr>Project Overview</vt:lpstr>
      <vt:lpstr>Year-wise Sales Trend</vt:lpstr>
      <vt:lpstr>Category-wise Sales Analysis</vt:lpstr>
      <vt:lpstr>Customer Segmentation</vt:lpstr>
      <vt:lpstr>Sales Forecasting</vt:lpstr>
      <vt:lpstr>Business Opportunities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Manasa</dc:creator>
  <cp:keywords/>
  <dc:description>generated using python-pptx</dc:description>
  <cp:lastModifiedBy>Manasa Gowda</cp:lastModifiedBy>
  <cp:revision>3</cp:revision>
  <dcterms:created xsi:type="dcterms:W3CDTF">2013-01-27T09:14:16Z</dcterms:created>
  <dcterms:modified xsi:type="dcterms:W3CDTF">2026-05-12T12:23:53Z</dcterms:modified>
  <cp:category/>
</cp:coreProperties>
</file>